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82296" cy="2057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SOLIX</a:t>
            </a:r>
            <a:pPr indent="0" marL="0">
              <a:buNone/>
            </a:pPr>
            <a:r>
              <a:rPr lang="en-US" sz="30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EDG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Data Governance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trusted data the default — discover it, understand it, classify it, govern it, and prove it, across your entire data estate.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Technologies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99855" y="6309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www.solix.com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 most enterprises can't answer about their own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do we have — and where does it live?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0" y="18745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many clouds, warehouses, and file stores.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98064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mean, and can we trust it?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0" y="27432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conflict; quality is unknown.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66744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6118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sensitive is it, and which regulations apply?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55280" y="3611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and regulated data is often unlabelled.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35424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480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allowed to use it?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955280" y="44805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managed inconsistently, person by person.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04104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3492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prove all of this to an auditor?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55280" y="53492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reconstructed by hand under deadline.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governed system of record for your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 brings data from every connected cloud warehouse, database, and file store into a single governed catalog — where every data asset has an owner, a known level of quality, a clear classification, an enforceable access policy, and a complete audit trail.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a stack of disconnected point tools with one integrated platform: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434340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434340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65776" y="434340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434340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78624" y="434340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8624" y="434340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91472" y="434340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91472" y="434340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206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Policy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52928" y="512064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51206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65776" y="512064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65776" y="51206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78624" y="5120640"/>
            <a:ext cx="2057400" cy="603504"/>
          </a:xfrm>
          <a:prstGeom prst="roundRect">
            <a:avLst>
              <a:gd name="adj" fmla="val 15152"/>
            </a:avLst>
          </a:prstGeom>
          <a:solidFill>
            <a:srgbClr val="16284C"/>
          </a:solidFill>
          <a:ln w="12700">
            <a:solidFill>
              <a:srgbClr val="3B5C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51206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capabilities, one integrated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2128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5857" y="2357689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98064" y="201168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22128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5281" y="2357689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9504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47488" y="201168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9864" y="22128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4705" y="2357689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8928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296912" y="201168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19288" y="22128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4129" y="2357689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88352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Tagging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546336" y="201168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268712" y="22128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13553" y="2357689"/>
            <a:ext cx="368686" cy="3686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37776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48640" y="35661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271016" y="37673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15857" y="3912169"/>
            <a:ext cx="368686" cy="36868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4480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2798064" y="35661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20440" y="37673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65281" y="3912169"/>
            <a:ext cx="368686" cy="36868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889504" y="4480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&amp; Data Products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5047488" y="35661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769864" y="37673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14705" y="3912169"/>
            <a:ext cx="368686" cy="36868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38928" y="4480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Roles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7296912" y="35661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019288" y="37673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64129" y="3912169"/>
            <a:ext cx="368686" cy="36868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88352" y="4480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Compliance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9546336" y="35661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268712" y="37673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413553" y="3912169"/>
            <a:ext cx="368686" cy="36868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637776" y="4480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History</a:t>
            </a:r>
            <a:endParaRPr lang="en-US" sz="1050" dirty="0"/>
          </a:p>
        </p:txBody>
      </p:sp>
      <p:sp>
        <p:nvSpPr>
          <p:cNvPr id="44" name="Text 32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Understand  ·  Classify &amp; Protect  ·  Trust  ·  Organize  ·  Govern  ·  Comply  ·  Prove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UNDERSTAND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exactly what data you have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always-current inventory of your data, rich with business and technical context.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inventory for all data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database, table, file, and storage location across all connected systems, kept current automatically.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+ technical context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owner, steward, business area, sensitivity labels, and linked business terms on every asset.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signals at a glance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score, certification status, freshness, and business-criticality tier.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down to each column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type, keys, sensitivity flags, and automatically-computed statistics.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UNDERSTAND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where every number comes from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 from source through transformation to the reports that consume it.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data journey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sources and downstream reports, dashboards, and models for any asset.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tracing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single field as it moves and changes across systems.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origin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breaks before a change — and prove where any figure originated.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 &amp; audit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that stands up to scrutiny.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UNDERSTAND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language for the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dictionary that connects business meaning to the real data behind it.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definitions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term once so every team means the same thing.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real data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connect to the actual tables and columns that hold the data.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authority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approved, or retired — people know which definitions to trust.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view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much of the estate is mapped to defined terms.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PROTECT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and protect sensitive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classification that drives privacy, access, and compliance automatically.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sensitivity labels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(personal), PHI (health), and PCI-DSS (payment-card) data out of the box.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tracked labels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 categories and tracked for how widely they're used.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that drive protection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feeds access policy and compliance checks automatically.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sources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Source-system labels reconciled to governed labels; conflicts flagged.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trust measurable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you can see on every asset, with issues tracked to closure.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quality dimensions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accuracy, consistency, timeliness, validity, uniqueness.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 the catalog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score on every asset, visible where people choose data.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tracked to closure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checks raise incidents with severity and a written root cause.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schedule or on demand.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made official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turns trust into a visible, governed status that follows the data.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trust signal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status and quality score travel with the asset everywhere.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checklist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sensitive data labelled, lineage verified, quality passing, owner assigned.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at the point of use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wherever people search for and consume data.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decisions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pick the right, trusted source.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 close to the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ownership by business area, with curated, reusable data products.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Business-area domains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has its own owners and stewards — governance that scales.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 products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data packaged with defined inputs and outputs.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a glance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draft, breached, or under review.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ownership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sits with teams, surviving staff change.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Least-privilege access, simply governed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clear roles and precise, domain-scoped rules.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Connection Admin, Steward, Viewer — plus custom roles.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permissions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Operation-level control on each type of data.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Domain-scoped access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govern only the data in their own business area.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ownership, team, domain, role, label, or certification.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Continuous, evidence-backed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evaluated against the whole estate, linked to real regulations.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policies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lifecycle, security and more — with scope, severity, and owner.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score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shows coverage, a compliance score, and violation count.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register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obligations linked to the policies that satisfy them.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linked to a policy, owner, mitigation, and status.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Regulations tracked, in one place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regulation carries its controls, requirements, last-audit date, and the policies linked to it.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743200"/>
                <a:gridCol w="249631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D6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— California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shown are illustrative of the register's structure.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— to any auditor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33" y="16523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tamper-evident record of every governed change, ready for review.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36" y="31023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record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exactly what changed (before and after), and who made the change.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6974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295351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256" y="3102376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935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platform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406640" y="3355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business areas, data products, and policies.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536" y="4748296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kind of change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4592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Edits, certification, access, structure, labelling, and system events.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65392" y="459943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4256" y="4748296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06640" y="4581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for reporting and review.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source to trusted, governed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30175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7630" y="31784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157984" y="32918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441448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89504" y="30175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0438" y="317845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41448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050792" y="32918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4334256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82312" y="30175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3246" y="317845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34256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943600" y="32918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6227064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30175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36054" y="317845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27064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836408" y="32918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8119872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67928" y="30175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28862" y="3178454"/>
            <a:ext cx="409651" cy="4096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19872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729216" y="32918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1001268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460736" y="30175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21670" y="3178454"/>
            <a:ext cx="409651" cy="4096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12680" y="3950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loop: data is connected and catalogued, classified and organized, governed by policy and access rules, checked for compliance, and recorded for audit.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your estate — metadata, not data movement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warehouses &amp; databases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2144" y="21305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95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39696" y="19202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42616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0" y="21305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5416" y="2395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730752" y="19202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33672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4256" y="213055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76472" y="2395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21808" y="19202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24728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5312" y="21305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67528" y="2395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12864" y="19202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15784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16368" y="213055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58584" y="2395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8503920" y="19202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00684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07424" y="213055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49640" y="2395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10094976" y="19202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10597896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98480" y="2130552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140696" y="2395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file storage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548640" y="34290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1051560" y="3538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2144" y="3639312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4360" y="3904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2139696" y="34290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4F8FC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2642616" y="3538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743200" y="3639312"/>
            <a:ext cx="256032" cy="25603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2185416" y="3904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43D6A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914400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25042" y="5048402"/>
            <a:ext cx="281635" cy="281635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645920" y="48006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 reads metadata, lineage, profiles, and usage on a schedule — it governs data where it lives and does not copy or move it.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SOLIX EDG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Solix EDG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3536" y="2096536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93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platform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quality, lineage, classification, access, policy, and audit together — not disconnected tools.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9476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4256" y="2096536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293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out of the box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06640" y="23500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with domain-scoped, least-privilege permissions.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82112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438144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536" y="3587008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198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continuously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4592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tied to real regulations, scored and audited automatically.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9360" y="3182112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3438144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4256" y="3587008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4198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made visible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0664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certification, and lineage surfaced where people use data.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672584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28616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14300" dist="38100" dir="5400000">
              <a:srgbClr val="0B122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3536" y="5077480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910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Solix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45920" y="5330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enterprise data since 2002.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Solix EDG</a:t>
            </a:r>
            <a:pPr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Data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82296" cy="13716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Solix EDG on your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a working session against your own environment and show these capabilities on your data.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www.solix.com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info@solix.com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8545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Solix Technologies, Inc.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2026-06-03T06:30:29Z</dcterms:created>
  <dcterms:modified xsi:type="dcterms:W3CDTF">2026-06-03T06:30:29Z</dcterms:modified>
</cp:coreProperties>
</file>